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36f27c5e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36f27c5e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36f27c5e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36f27c5e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36f27c5e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36f27c5e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{{EXECUTIVE_SUMMARY}}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851400"/>
            <a:ext cx="8520600" cy="11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{{OBJ_1}}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998300"/>
            <a:ext cx="8520600" cy="11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{{OBJ_2}}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3145200"/>
            <a:ext cx="8520600" cy="11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{{OBJ_3}}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277950"/>
            <a:ext cx="8520600" cy="11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{{ACT_1}}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424850"/>
            <a:ext cx="8520600" cy="11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{{ACT_2}}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2571750"/>
            <a:ext cx="8520600" cy="11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{{ACT_3}}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3718650"/>
            <a:ext cx="8520600" cy="11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{{NEXT_STEPS}}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